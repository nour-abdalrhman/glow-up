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hasadith Bold" charset="1" panose="000008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C5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26574" y="1360723"/>
            <a:ext cx="4228768" cy="4136580"/>
            <a:chOff x="0" y="0"/>
            <a:chExt cx="642898" cy="628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2898" cy="628882"/>
            </a:xfrm>
            <a:custGeom>
              <a:avLst/>
              <a:gdLst/>
              <a:ahLst/>
              <a:cxnLst/>
              <a:rect r="r" b="b" t="t" l="l"/>
              <a:pathLst>
                <a:path h="628882" w="642898">
                  <a:moveTo>
                    <a:pt x="34785" y="0"/>
                  </a:moveTo>
                  <a:lnTo>
                    <a:pt x="608113" y="0"/>
                  </a:lnTo>
                  <a:cubicBezTo>
                    <a:pt x="617338" y="0"/>
                    <a:pt x="626186" y="3665"/>
                    <a:pt x="632709" y="10188"/>
                  </a:cubicBezTo>
                  <a:cubicBezTo>
                    <a:pt x="639233" y="16712"/>
                    <a:pt x="642898" y="25559"/>
                    <a:pt x="642898" y="34785"/>
                  </a:cubicBezTo>
                  <a:lnTo>
                    <a:pt x="642898" y="594098"/>
                  </a:lnTo>
                  <a:cubicBezTo>
                    <a:pt x="642898" y="603323"/>
                    <a:pt x="639233" y="612171"/>
                    <a:pt x="632709" y="618694"/>
                  </a:cubicBezTo>
                  <a:cubicBezTo>
                    <a:pt x="626186" y="625218"/>
                    <a:pt x="617338" y="628882"/>
                    <a:pt x="608113" y="628882"/>
                  </a:cubicBezTo>
                  <a:lnTo>
                    <a:pt x="34785" y="628882"/>
                  </a:lnTo>
                  <a:cubicBezTo>
                    <a:pt x="15574" y="628882"/>
                    <a:pt x="0" y="613309"/>
                    <a:pt x="0" y="594098"/>
                  </a:cubicBezTo>
                  <a:lnTo>
                    <a:pt x="0" y="34785"/>
                  </a:lnTo>
                  <a:cubicBezTo>
                    <a:pt x="0" y="25559"/>
                    <a:pt x="3665" y="16712"/>
                    <a:pt x="10188" y="10188"/>
                  </a:cubicBezTo>
                  <a:cubicBezTo>
                    <a:pt x="16712" y="3665"/>
                    <a:pt x="25559" y="0"/>
                    <a:pt x="34785" y="0"/>
                  </a:cubicBezTo>
                  <a:close/>
                </a:path>
              </a:pathLst>
            </a:custGeom>
            <a:blipFill>
              <a:blip r:embed="rId2"/>
              <a:stretch>
                <a:fillRect l="-19067" t="0" r="-27754" b="0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857466" y="4033887"/>
            <a:ext cx="3621283" cy="3464839"/>
            <a:chOff x="0" y="0"/>
            <a:chExt cx="657278" cy="6288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7278" cy="628882"/>
            </a:xfrm>
            <a:custGeom>
              <a:avLst/>
              <a:gdLst/>
              <a:ahLst/>
              <a:cxnLst/>
              <a:rect r="r" b="b" t="t" l="l"/>
              <a:pathLst>
                <a:path h="628882" w="657278">
                  <a:moveTo>
                    <a:pt x="40620" y="0"/>
                  </a:moveTo>
                  <a:lnTo>
                    <a:pt x="616658" y="0"/>
                  </a:lnTo>
                  <a:cubicBezTo>
                    <a:pt x="627431" y="0"/>
                    <a:pt x="637763" y="4280"/>
                    <a:pt x="645380" y="11897"/>
                  </a:cubicBezTo>
                  <a:cubicBezTo>
                    <a:pt x="652998" y="19515"/>
                    <a:pt x="657278" y="29847"/>
                    <a:pt x="657278" y="40620"/>
                  </a:cubicBezTo>
                  <a:lnTo>
                    <a:pt x="657278" y="588262"/>
                  </a:lnTo>
                  <a:cubicBezTo>
                    <a:pt x="657278" y="599036"/>
                    <a:pt x="652998" y="609367"/>
                    <a:pt x="645380" y="616985"/>
                  </a:cubicBezTo>
                  <a:cubicBezTo>
                    <a:pt x="637763" y="624603"/>
                    <a:pt x="627431" y="628882"/>
                    <a:pt x="616658" y="628882"/>
                  </a:cubicBezTo>
                  <a:lnTo>
                    <a:pt x="40620" y="628882"/>
                  </a:lnTo>
                  <a:cubicBezTo>
                    <a:pt x="18186" y="628882"/>
                    <a:pt x="0" y="610696"/>
                    <a:pt x="0" y="588262"/>
                  </a:cubicBezTo>
                  <a:lnTo>
                    <a:pt x="0" y="40620"/>
                  </a:lnTo>
                  <a:cubicBezTo>
                    <a:pt x="0" y="29847"/>
                    <a:pt x="4280" y="19515"/>
                    <a:pt x="11897" y="11897"/>
                  </a:cubicBezTo>
                  <a:cubicBezTo>
                    <a:pt x="19515" y="4280"/>
                    <a:pt x="29847" y="0"/>
                    <a:pt x="40620" y="0"/>
                  </a:cubicBezTo>
                  <a:close/>
                </a:path>
              </a:pathLst>
            </a:custGeom>
            <a:blipFill>
              <a:blip r:embed="rId3"/>
              <a:stretch>
                <a:fillRect l="-26415" t="0" r="-17194" b="0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626574" y="5840097"/>
            <a:ext cx="2905960" cy="3229055"/>
            <a:chOff x="0" y="0"/>
            <a:chExt cx="527444" cy="5860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7444" cy="586087"/>
            </a:xfrm>
            <a:custGeom>
              <a:avLst/>
              <a:gdLst/>
              <a:ahLst/>
              <a:cxnLst/>
              <a:rect r="r" b="b" t="t" l="l"/>
              <a:pathLst>
                <a:path h="586087" w="527444">
                  <a:moveTo>
                    <a:pt x="50619" y="0"/>
                  </a:moveTo>
                  <a:lnTo>
                    <a:pt x="476825" y="0"/>
                  </a:lnTo>
                  <a:cubicBezTo>
                    <a:pt x="490250" y="0"/>
                    <a:pt x="503125" y="5333"/>
                    <a:pt x="512618" y="14826"/>
                  </a:cubicBezTo>
                  <a:cubicBezTo>
                    <a:pt x="522110" y="24319"/>
                    <a:pt x="527444" y="37194"/>
                    <a:pt x="527444" y="50619"/>
                  </a:cubicBezTo>
                  <a:lnTo>
                    <a:pt x="527444" y="535468"/>
                  </a:lnTo>
                  <a:cubicBezTo>
                    <a:pt x="527444" y="563424"/>
                    <a:pt x="504781" y="586087"/>
                    <a:pt x="476825" y="586087"/>
                  </a:cubicBezTo>
                  <a:lnTo>
                    <a:pt x="50619" y="586087"/>
                  </a:lnTo>
                  <a:cubicBezTo>
                    <a:pt x="22663" y="586087"/>
                    <a:pt x="0" y="563424"/>
                    <a:pt x="0" y="535468"/>
                  </a:cubicBezTo>
                  <a:lnTo>
                    <a:pt x="0" y="50619"/>
                  </a:lnTo>
                  <a:cubicBezTo>
                    <a:pt x="0" y="37194"/>
                    <a:pt x="5333" y="24319"/>
                    <a:pt x="14826" y="14826"/>
                  </a:cubicBezTo>
                  <a:cubicBezTo>
                    <a:pt x="24319" y="5333"/>
                    <a:pt x="37194" y="0"/>
                    <a:pt x="50619" y="0"/>
                  </a:cubicBezTo>
                  <a:close/>
                </a:path>
              </a:pathLst>
            </a:custGeom>
            <a:blipFill>
              <a:blip r:embed="rId4"/>
              <a:stretch>
                <a:fillRect l="-2044" t="-37465" r="-3946" b="-5702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true" rot="0">
            <a:off x="15650442" y="8097530"/>
            <a:ext cx="4159452" cy="3622505"/>
          </a:xfrm>
          <a:custGeom>
            <a:avLst/>
            <a:gdLst/>
            <a:ahLst/>
            <a:cxnLst/>
            <a:rect r="r" b="b" t="t" l="l"/>
            <a:pathLst>
              <a:path h="3622505" w="4159452">
                <a:moveTo>
                  <a:pt x="0" y="3622505"/>
                </a:moveTo>
                <a:lnTo>
                  <a:pt x="4159452" y="3622505"/>
                </a:lnTo>
                <a:lnTo>
                  <a:pt x="4159452" y="0"/>
                </a:lnTo>
                <a:lnTo>
                  <a:pt x="0" y="0"/>
                </a:lnTo>
                <a:lnTo>
                  <a:pt x="0" y="362250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25485" y="3638563"/>
            <a:ext cx="8564018" cy="220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0"/>
              </a:lnSpc>
            </a:pPr>
            <a:r>
              <a:rPr lang="en-US" sz="16500" spc="-165" b="true">
                <a:solidFill>
                  <a:srgbClr val="C55D47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Glow up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649243" y="-1594933"/>
            <a:ext cx="5713939" cy="4976321"/>
          </a:xfrm>
          <a:custGeom>
            <a:avLst/>
            <a:gdLst/>
            <a:ahLst/>
            <a:cxnLst/>
            <a:rect r="r" b="b" t="t" l="l"/>
            <a:pathLst>
              <a:path h="4976321" w="5713939">
                <a:moveTo>
                  <a:pt x="0" y="0"/>
                </a:moveTo>
                <a:lnTo>
                  <a:pt x="5713938" y="0"/>
                </a:lnTo>
                <a:lnTo>
                  <a:pt x="5713938" y="4976321"/>
                </a:lnTo>
                <a:lnTo>
                  <a:pt x="0" y="49763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630148" y="1099287"/>
            <a:ext cx="1191164" cy="1482218"/>
          </a:xfrm>
          <a:custGeom>
            <a:avLst/>
            <a:gdLst/>
            <a:ahLst/>
            <a:cxnLst/>
            <a:rect r="r" b="b" t="t" l="l"/>
            <a:pathLst>
              <a:path h="1482218" w="1191164">
                <a:moveTo>
                  <a:pt x="0" y="0"/>
                </a:moveTo>
                <a:lnTo>
                  <a:pt x="1191164" y="0"/>
                </a:lnTo>
                <a:lnTo>
                  <a:pt x="1191164" y="1482218"/>
                </a:lnTo>
                <a:lnTo>
                  <a:pt x="0" y="14822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92369" y="8158731"/>
            <a:ext cx="934205" cy="1162473"/>
          </a:xfrm>
          <a:custGeom>
            <a:avLst/>
            <a:gdLst/>
            <a:ahLst/>
            <a:cxnLst/>
            <a:rect r="r" b="b" t="t" l="l"/>
            <a:pathLst>
              <a:path h="1162473" w="934205">
                <a:moveTo>
                  <a:pt x="0" y="0"/>
                </a:moveTo>
                <a:lnTo>
                  <a:pt x="934205" y="0"/>
                </a:lnTo>
                <a:lnTo>
                  <a:pt x="934205" y="1162472"/>
                </a:lnTo>
                <a:lnTo>
                  <a:pt x="0" y="11624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00983" y="3687025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0"/>
                </a:moveTo>
                <a:lnTo>
                  <a:pt x="699142" y="0"/>
                </a:lnTo>
                <a:lnTo>
                  <a:pt x="699142" y="869972"/>
                </a:lnTo>
                <a:lnTo>
                  <a:pt x="0" y="8699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02929" y="4862634"/>
            <a:ext cx="47625" cy="6469792"/>
            <a:chOff x="0" y="0"/>
            <a:chExt cx="12543" cy="1703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740309" y="5931902"/>
            <a:ext cx="6403691" cy="53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by Nour mohammed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561246" y="0"/>
            <a:ext cx="47625" cy="6469792"/>
            <a:chOff x="0" y="0"/>
            <a:chExt cx="12543" cy="17039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true" rot="0">
            <a:off x="17259300" y="6628754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869973"/>
                </a:moveTo>
                <a:lnTo>
                  <a:pt x="699142" y="869973"/>
                </a:lnTo>
                <a:lnTo>
                  <a:pt x="699142" y="0"/>
                </a:lnTo>
                <a:lnTo>
                  <a:pt x="0" y="0"/>
                </a:lnTo>
                <a:lnTo>
                  <a:pt x="0" y="86997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C5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42312" y="1462604"/>
            <a:ext cx="3962720" cy="3544584"/>
            <a:chOff x="0" y="0"/>
            <a:chExt cx="642898" cy="5750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2898" cy="575061"/>
            </a:xfrm>
            <a:custGeom>
              <a:avLst/>
              <a:gdLst/>
              <a:ahLst/>
              <a:cxnLst/>
              <a:rect r="r" b="b" t="t" l="l"/>
              <a:pathLst>
                <a:path h="575061" w="642898">
                  <a:moveTo>
                    <a:pt x="37120" y="0"/>
                  </a:moveTo>
                  <a:lnTo>
                    <a:pt x="605778" y="0"/>
                  </a:lnTo>
                  <a:cubicBezTo>
                    <a:pt x="615622" y="0"/>
                    <a:pt x="625064" y="3911"/>
                    <a:pt x="632025" y="10872"/>
                  </a:cubicBezTo>
                  <a:cubicBezTo>
                    <a:pt x="638987" y="17834"/>
                    <a:pt x="642898" y="27275"/>
                    <a:pt x="642898" y="37120"/>
                  </a:cubicBezTo>
                  <a:lnTo>
                    <a:pt x="642898" y="537941"/>
                  </a:lnTo>
                  <a:cubicBezTo>
                    <a:pt x="642898" y="547786"/>
                    <a:pt x="638987" y="557227"/>
                    <a:pt x="632025" y="564189"/>
                  </a:cubicBezTo>
                  <a:cubicBezTo>
                    <a:pt x="625064" y="571150"/>
                    <a:pt x="615622" y="575061"/>
                    <a:pt x="605778" y="575061"/>
                  </a:cubicBezTo>
                  <a:lnTo>
                    <a:pt x="37120" y="575061"/>
                  </a:lnTo>
                  <a:cubicBezTo>
                    <a:pt x="27275" y="575061"/>
                    <a:pt x="17834" y="571150"/>
                    <a:pt x="10872" y="564189"/>
                  </a:cubicBezTo>
                  <a:cubicBezTo>
                    <a:pt x="3911" y="557227"/>
                    <a:pt x="0" y="547786"/>
                    <a:pt x="0" y="537941"/>
                  </a:cubicBezTo>
                  <a:lnTo>
                    <a:pt x="0" y="37120"/>
                  </a:lnTo>
                  <a:cubicBezTo>
                    <a:pt x="0" y="27275"/>
                    <a:pt x="3911" y="17834"/>
                    <a:pt x="10872" y="10872"/>
                  </a:cubicBezTo>
                  <a:cubicBezTo>
                    <a:pt x="17834" y="3911"/>
                    <a:pt x="27275" y="0"/>
                    <a:pt x="37120" y="0"/>
                  </a:cubicBezTo>
                  <a:close/>
                </a:path>
              </a:pathLst>
            </a:custGeom>
            <a:blipFill>
              <a:blip r:embed="rId2"/>
              <a:stretch>
                <a:fillRect l="-13156" t="0" r="-21099" b="0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815797" y="3816887"/>
            <a:ext cx="3393455" cy="3246853"/>
            <a:chOff x="0" y="0"/>
            <a:chExt cx="657278" cy="6288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7278" cy="628882"/>
            </a:xfrm>
            <a:custGeom>
              <a:avLst/>
              <a:gdLst/>
              <a:ahLst/>
              <a:cxnLst/>
              <a:rect r="r" b="b" t="t" l="l"/>
              <a:pathLst>
                <a:path h="628882" w="657278">
                  <a:moveTo>
                    <a:pt x="43347" y="0"/>
                  </a:moveTo>
                  <a:lnTo>
                    <a:pt x="613931" y="0"/>
                  </a:lnTo>
                  <a:cubicBezTo>
                    <a:pt x="625427" y="0"/>
                    <a:pt x="636452" y="4567"/>
                    <a:pt x="644582" y="12696"/>
                  </a:cubicBezTo>
                  <a:cubicBezTo>
                    <a:pt x="652711" y="20825"/>
                    <a:pt x="657278" y="31851"/>
                    <a:pt x="657278" y="43347"/>
                  </a:cubicBezTo>
                  <a:lnTo>
                    <a:pt x="657278" y="585535"/>
                  </a:lnTo>
                  <a:cubicBezTo>
                    <a:pt x="657278" y="609475"/>
                    <a:pt x="637871" y="628882"/>
                    <a:pt x="613931" y="628882"/>
                  </a:cubicBezTo>
                  <a:lnTo>
                    <a:pt x="43347" y="628882"/>
                  </a:lnTo>
                  <a:cubicBezTo>
                    <a:pt x="19407" y="628882"/>
                    <a:pt x="0" y="609475"/>
                    <a:pt x="0" y="585535"/>
                  </a:cubicBezTo>
                  <a:lnTo>
                    <a:pt x="0" y="43347"/>
                  </a:lnTo>
                  <a:cubicBezTo>
                    <a:pt x="0" y="19407"/>
                    <a:pt x="19407" y="0"/>
                    <a:pt x="43347" y="0"/>
                  </a:cubicBezTo>
                  <a:close/>
                </a:path>
              </a:pathLst>
            </a:custGeom>
            <a:blipFill>
              <a:blip r:embed="rId3"/>
              <a:stretch>
                <a:fillRect l="-26415" t="0" r="-17194" b="0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648723" y="5440314"/>
            <a:ext cx="3094630" cy="3628838"/>
            <a:chOff x="0" y="0"/>
            <a:chExt cx="527444" cy="6184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7444" cy="618493"/>
            </a:xfrm>
            <a:custGeom>
              <a:avLst/>
              <a:gdLst/>
              <a:ahLst/>
              <a:cxnLst/>
              <a:rect r="r" b="b" t="t" l="l"/>
              <a:pathLst>
                <a:path h="618493" w="527444">
                  <a:moveTo>
                    <a:pt x="47533" y="0"/>
                  </a:moveTo>
                  <a:lnTo>
                    <a:pt x="479911" y="0"/>
                  </a:lnTo>
                  <a:cubicBezTo>
                    <a:pt x="492517" y="0"/>
                    <a:pt x="504607" y="5008"/>
                    <a:pt x="513522" y="13922"/>
                  </a:cubicBezTo>
                  <a:cubicBezTo>
                    <a:pt x="522436" y="22836"/>
                    <a:pt x="527444" y="34926"/>
                    <a:pt x="527444" y="47533"/>
                  </a:cubicBezTo>
                  <a:lnTo>
                    <a:pt x="527444" y="570960"/>
                  </a:lnTo>
                  <a:cubicBezTo>
                    <a:pt x="527444" y="597212"/>
                    <a:pt x="506162" y="618493"/>
                    <a:pt x="479911" y="618493"/>
                  </a:cubicBezTo>
                  <a:lnTo>
                    <a:pt x="47533" y="618493"/>
                  </a:lnTo>
                  <a:cubicBezTo>
                    <a:pt x="21281" y="618493"/>
                    <a:pt x="0" y="597212"/>
                    <a:pt x="0" y="570960"/>
                  </a:cubicBezTo>
                  <a:lnTo>
                    <a:pt x="0" y="47533"/>
                  </a:lnTo>
                  <a:cubicBezTo>
                    <a:pt x="0" y="21281"/>
                    <a:pt x="21281" y="0"/>
                    <a:pt x="47533" y="0"/>
                  </a:cubicBezTo>
                  <a:close/>
                </a:path>
              </a:pathLst>
            </a:custGeom>
            <a:blipFill>
              <a:blip r:embed="rId4"/>
              <a:stretch>
                <a:fillRect l="-2044" t="-32882" r="-3946" b="-2783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true" rot="0">
            <a:off x="15650442" y="8097530"/>
            <a:ext cx="4159452" cy="3622505"/>
          </a:xfrm>
          <a:custGeom>
            <a:avLst/>
            <a:gdLst/>
            <a:ahLst/>
            <a:cxnLst/>
            <a:rect r="r" b="b" t="t" l="l"/>
            <a:pathLst>
              <a:path h="3622505" w="4159452">
                <a:moveTo>
                  <a:pt x="0" y="3622505"/>
                </a:moveTo>
                <a:lnTo>
                  <a:pt x="4159452" y="3622505"/>
                </a:lnTo>
                <a:lnTo>
                  <a:pt x="4159452" y="0"/>
                </a:lnTo>
                <a:lnTo>
                  <a:pt x="0" y="0"/>
                </a:lnTo>
                <a:lnTo>
                  <a:pt x="0" y="362250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72533" y="3694361"/>
            <a:ext cx="8564018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spc="-89" b="true">
                <a:solidFill>
                  <a:srgbClr val="C55D47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Project Idea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649243" y="-1594933"/>
            <a:ext cx="5713939" cy="4976321"/>
          </a:xfrm>
          <a:custGeom>
            <a:avLst/>
            <a:gdLst/>
            <a:ahLst/>
            <a:cxnLst/>
            <a:rect r="r" b="b" t="t" l="l"/>
            <a:pathLst>
              <a:path h="4976321" w="5713939">
                <a:moveTo>
                  <a:pt x="0" y="0"/>
                </a:moveTo>
                <a:lnTo>
                  <a:pt x="5713938" y="0"/>
                </a:lnTo>
                <a:lnTo>
                  <a:pt x="5713938" y="4976321"/>
                </a:lnTo>
                <a:lnTo>
                  <a:pt x="0" y="49763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00983" y="3687025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0"/>
                </a:moveTo>
                <a:lnTo>
                  <a:pt x="699142" y="0"/>
                </a:lnTo>
                <a:lnTo>
                  <a:pt x="699142" y="869972"/>
                </a:lnTo>
                <a:lnTo>
                  <a:pt x="0" y="8699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02929" y="4862634"/>
            <a:ext cx="47625" cy="6469792"/>
            <a:chOff x="0" y="0"/>
            <a:chExt cx="12543" cy="17039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272533" y="5195632"/>
            <a:ext cx="6863035" cy="2223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•Create a simple and attractive online store for girls to browse and purchase beauty products easily.</a:t>
            </a:r>
          </a:p>
          <a:p>
            <a:pPr algn="l">
              <a:lnSpc>
                <a:spcPts val="4480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7561246" y="0"/>
            <a:ext cx="47625" cy="6469792"/>
            <a:chOff x="0" y="0"/>
            <a:chExt cx="12543" cy="17039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true" rot="0">
            <a:off x="17259300" y="6628754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869973"/>
                </a:moveTo>
                <a:lnTo>
                  <a:pt x="699142" y="869973"/>
                </a:lnTo>
                <a:lnTo>
                  <a:pt x="699142" y="0"/>
                </a:lnTo>
                <a:lnTo>
                  <a:pt x="0" y="0"/>
                </a:lnTo>
                <a:lnTo>
                  <a:pt x="0" y="86997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296194" y="659758"/>
            <a:ext cx="988934" cy="1230574"/>
          </a:xfrm>
          <a:custGeom>
            <a:avLst/>
            <a:gdLst/>
            <a:ahLst/>
            <a:cxnLst/>
            <a:rect r="r" b="b" t="t" l="l"/>
            <a:pathLst>
              <a:path h="1230574" w="988934">
                <a:moveTo>
                  <a:pt x="0" y="0"/>
                </a:moveTo>
                <a:lnTo>
                  <a:pt x="988934" y="0"/>
                </a:lnTo>
                <a:lnTo>
                  <a:pt x="988934" y="1230573"/>
                </a:lnTo>
                <a:lnTo>
                  <a:pt x="0" y="12305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C5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650442" y="8097530"/>
            <a:ext cx="4159452" cy="3622505"/>
          </a:xfrm>
          <a:custGeom>
            <a:avLst/>
            <a:gdLst/>
            <a:ahLst/>
            <a:cxnLst/>
            <a:rect r="r" b="b" t="t" l="l"/>
            <a:pathLst>
              <a:path h="3622505" w="4159452">
                <a:moveTo>
                  <a:pt x="0" y="3622505"/>
                </a:moveTo>
                <a:lnTo>
                  <a:pt x="4159452" y="3622505"/>
                </a:lnTo>
                <a:lnTo>
                  <a:pt x="4159452" y="0"/>
                </a:lnTo>
                <a:lnTo>
                  <a:pt x="0" y="0"/>
                </a:lnTo>
                <a:lnTo>
                  <a:pt x="0" y="36225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49243" y="-1594933"/>
            <a:ext cx="5713939" cy="4976321"/>
          </a:xfrm>
          <a:custGeom>
            <a:avLst/>
            <a:gdLst/>
            <a:ahLst/>
            <a:cxnLst/>
            <a:rect r="r" b="b" t="t" l="l"/>
            <a:pathLst>
              <a:path h="4976321" w="5713939">
                <a:moveTo>
                  <a:pt x="0" y="0"/>
                </a:moveTo>
                <a:lnTo>
                  <a:pt x="5713938" y="0"/>
                </a:lnTo>
                <a:lnTo>
                  <a:pt x="5713938" y="4976321"/>
                </a:lnTo>
                <a:lnTo>
                  <a:pt x="0" y="4976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0983" y="3687025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0"/>
                </a:moveTo>
                <a:lnTo>
                  <a:pt x="699142" y="0"/>
                </a:lnTo>
                <a:lnTo>
                  <a:pt x="699142" y="869972"/>
                </a:lnTo>
                <a:lnTo>
                  <a:pt x="0" y="869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2929" y="4862634"/>
            <a:ext cx="47625" cy="6469792"/>
            <a:chOff x="0" y="0"/>
            <a:chExt cx="12543" cy="1703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561246" y="0"/>
            <a:ext cx="47625" cy="6469792"/>
            <a:chOff x="0" y="0"/>
            <a:chExt cx="12543" cy="1703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0">
            <a:off x="17259300" y="6628754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869973"/>
                </a:moveTo>
                <a:lnTo>
                  <a:pt x="699142" y="869973"/>
                </a:lnTo>
                <a:lnTo>
                  <a:pt x="699142" y="0"/>
                </a:lnTo>
                <a:lnTo>
                  <a:pt x="0" y="0"/>
                </a:lnTo>
                <a:lnTo>
                  <a:pt x="0" y="86997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386967" y="2279098"/>
            <a:ext cx="4563592" cy="5936002"/>
            <a:chOff x="0" y="0"/>
            <a:chExt cx="740381" cy="9630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0381" cy="963036"/>
            </a:xfrm>
            <a:custGeom>
              <a:avLst/>
              <a:gdLst/>
              <a:ahLst/>
              <a:cxnLst/>
              <a:rect r="r" b="b" t="t" l="l"/>
              <a:pathLst>
                <a:path h="963036" w="740381">
                  <a:moveTo>
                    <a:pt x="32233" y="0"/>
                  </a:moveTo>
                  <a:lnTo>
                    <a:pt x="708148" y="0"/>
                  </a:lnTo>
                  <a:cubicBezTo>
                    <a:pt x="716697" y="0"/>
                    <a:pt x="724896" y="3396"/>
                    <a:pt x="730940" y="9441"/>
                  </a:cubicBezTo>
                  <a:cubicBezTo>
                    <a:pt x="736985" y="15485"/>
                    <a:pt x="740381" y="23684"/>
                    <a:pt x="740381" y="32233"/>
                  </a:cubicBezTo>
                  <a:lnTo>
                    <a:pt x="740381" y="930803"/>
                  </a:lnTo>
                  <a:cubicBezTo>
                    <a:pt x="740381" y="939352"/>
                    <a:pt x="736985" y="947550"/>
                    <a:pt x="730940" y="953595"/>
                  </a:cubicBezTo>
                  <a:cubicBezTo>
                    <a:pt x="724896" y="959640"/>
                    <a:pt x="716697" y="963036"/>
                    <a:pt x="708148" y="963036"/>
                  </a:cubicBezTo>
                  <a:lnTo>
                    <a:pt x="32233" y="963036"/>
                  </a:lnTo>
                  <a:cubicBezTo>
                    <a:pt x="23684" y="963036"/>
                    <a:pt x="15485" y="959640"/>
                    <a:pt x="9441" y="953595"/>
                  </a:cubicBezTo>
                  <a:cubicBezTo>
                    <a:pt x="3396" y="947550"/>
                    <a:pt x="0" y="939352"/>
                    <a:pt x="0" y="930803"/>
                  </a:cubicBezTo>
                  <a:lnTo>
                    <a:pt x="0" y="32233"/>
                  </a:lnTo>
                  <a:cubicBezTo>
                    <a:pt x="0" y="23684"/>
                    <a:pt x="3396" y="15485"/>
                    <a:pt x="9441" y="9441"/>
                  </a:cubicBezTo>
                  <a:cubicBezTo>
                    <a:pt x="15485" y="3396"/>
                    <a:pt x="23684" y="0"/>
                    <a:pt x="32233" y="0"/>
                  </a:cubicBezTo>
                  <a:close/>
                </a:path>
              </a:pathLst>
            </a:custGeom>
            <a:blipFill>
              <a:blip r:embed="rId6"/>
              <a:stretch>
                <a:fillRect l="-22708" t="-48813" r="-22708" b="0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4064695" y="2243350"/>
            <a:ext cx="563322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spc="-89" b="true">
                <a:solidFill>
                  <a:srgbClr val="C55D47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Design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64695" y="3744622"/>
            <a:ext cx="5633225" cy="27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•Modern and clean UI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•Responsive design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•Easy navigation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•User-friendly layout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504755" y="8360138"/>
            <a:ext cx="988934" cy="1230574"/>
          </a:xfrm>
          <a:custGeom>
            <a:avLst/>
            <a:gdLst/>
            <a:ahLst/>
            <a:cxnLst/>
            <a:rect r="r" b="b" t="t" l="l"/>
            <a:pathLst>
              <a:path h="1230574" w="988934">
                <a:moveTo>
                  <a:pt x="0" y="0"/>
                </a:moveTo>
                <a:lnTo>
                  <a:pt x="988934" y="0"/>
                </a:lnTo>
                <a:lnTo>
                  <a:pt x="988934" y="1230573"/>
                </a:lnTo>
                <a:lnTo>
                  <a:pt x="0" y="1230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950559" y="618318"/>
            <a:ext cx="988934" cy="1230574"/>
          </a:xfrm>
          <a:custGeom>
            <a:avLst/>
            <a:gdLst/>
            <a:ahLst/>
            <a:cxnLst/>
            <a:rect r="r" b="b" t="t" l="l"/>
            <a:pathLst>
              <a:path h="1230574" w="988934">
                <a:moveTo>
                  <a:pt x="0" y="0"/>
                </a:moveTo>
                <a:lnTo>
                  <a:pt x="988934" y="0"/>
                </a:lnTo>
                <a:lnTo>
                  <a:pt x="988934" y="1230574"/>
                </a:lnTo>
                <a:lnTo>
                  <a:pt x="0" y="1230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C5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650442" y="8097530"/>
            <a:ext cx="4159452" cy="3622505"/>
          </a:xfrm>
          <a:custGeom>
            <a:avLst/>
            <a:gdLst/>
            <a:ahLst/>
            <a:cxnLst/>
            <a:rect r="r" b="b" t="t" l="l"/>
            <a:pathLst>
              <a:path h="3622505" w="4159452">
                <a:moveTo>
                  <a:pt x="0" y="3622505"/>
                </a:moveTo>
                <a:lnTo>
                  <a:pt x="4159452" y="3622505"/>
                </a:lnTo>
                <a:lnTo>
                  <a:pt x="4159452" y="0"/>
                </a:lnTo>
                <a:lnTo>
                  <a:pt x="0" y="0"/>
                </a:lnTo>
                <a:lnTo>
                  <a:pt x="0" y="36225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49243" y="-1594933"/>
            <a:ext cx="5713939" cy="4976321"/>
          </a:xfrm>
          <a:custGeom>
            <a:avLst/>
            <a:gdLst/>
            <a:ahLst/>
            <a:cxnLst/>
            <a:rect r="r" b="b" t="t" l="l"/>
            <a:pathLst>
              <a:path h="4976321" w="5713939">
                <a:moveTo>
                  <a:pt x="0" y="0"/>
                </a:moveTo>
                <a:lnTo>
                  <a:pt x="5713938" y="0"/>
                </a:lnTo>
                <a:lnTo>
                  <a:pt x="5713938" y="4976321"/>
                </a:lnTo>
                <a:lnTo>
                  <a:pt x="0" y="4976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0983" y="3687025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0"/>
                </a:moveTo>
                <a:lnTo>
                  <a:pt x="699142" y="0"/>
                </a:lnTo>
                <a:lnTo>
                  <a:pt x="699142" y="869972"/>
                </a:lnTo>
                <a:lnTo>
                  <a:pt x="0" y="869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2929" y="4862634"/>
            <a:ext cx="47625" cy="6469792"/>
            <a:chOff x="0" y="0"/>
            <a:chExt cx="12543" cy="1703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561246" y="0"/>
            <a:ext cx="47625" cy="6469792"/>
            <a:chOff x="0" y="0"/>
            <a:chExt cx="12543" cy="1703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0">
            <a:off x="17259300" y="6628754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869973"/>
                </a:moveTo>
                <a:lnTo>
                  <a:pt x="699142" y="869973"/>
                </a:lnTo>
                <a:lnTo>
                  <a:pt x="699142" y="0"/>
                </a:lnTo>
                <a:lnTo>
                  <a:pt x="0" y="0"/>
                </a:lnTo>
                <a:lnTo>
                  <a:pt x="0" y="86997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285212" y="3932979"/>
            <a:ext cx="5226624" cy="4559820"/>
            <a:chOff x="0" y="0"/>
            <a:chExt cx="847949" cy="7397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7949" cy="739769"/>
            </a:xfrm>
            <a:custGeom>
              <a:avLst/>
              <a:gdLst/>
              <a:ahLst/>
              <a:cxnLst/>
              <a:rect r="r" b="b" t="t" l="l"/>
              <a:pathLst>
                <a:path h="739769" w="847949">
                  <a:moveTo>
                    <a:pt x="60731" y="0"/>
                  </a:moveTo>
                  <a:lnTo>
                    <a:pt x="787218" y="0"/>
                  </a:lnTo>
                  <a:cubicBezTo>
                    <a:pt x="803325" y="0"/>
                    <a:pt x="818772" y="6398"/>
                    <a:pt x="830161" y="17788"/>
                  </a:cubicBezTo>
                  <a:cubicBezTo>
                    <a:pt x="841551" y="29177"/>
                    <a:pt x="847949" y="44624"/>
                    <a:pt x="847949" y="60731"/>
                  </a:cubicBezTo>
                  <a:lnTo>
                    <a:pt x="847949" y="679038"/>
                  </a:lnTo>
                  <a:cubicBezTo>
                    <a:pt x="847949" y="712579"/>
                    <a:pt x="820759" y="739769"/>
                    <a:pt x="787218" y="739769"/>
                  </a:cubicBezTo>
                  <a:lnTo>
                    <a:pt x="60731" y="739769"/>
                  </a:lnTo>
                  <a:cubicBezTo>
                    <a:pt x="44624" y="739769"/>
                    <a:pt x="29177" y="733371"/>
                    <a:pt x="17788" y="721981"/>
                  </a:cubicBezTo>
                  <a:cubicBezTo>
                    <a:pt x="6398" y="710592"/>
                    <a:pt x="0" y="695145"/>
                    <a:pt x="0" y="679038"/>
                  </a:cubicBezTo>
                  <a:lnTo>
                    <a:pt x="0" y="60731"/>
                  </a:lnTo>
                  <a:cubicBezTo>
                    <a:pt x="0" y="44624"/>
                    <a:pt x="6398" y="29177"/>
                    <a:pt x="17788" y="17788"/>
                  </a:cubicBezTo>
                  <a:cubicBezTo>
                    <a:pt x="29177" y="6398"/>
                    <a:pt x="44624" y="0"/>
                    <a:pt x="60731" y="0"/>
                  </a:cubicBezTo>
                  <a:close/>
                </a:path>
              </a:pathLst>
            </a:custGeom>
            <a:blipFill>
              <a:blip r:embed="rId6"/>
              <a:stretch>
                <a:fillRect l="-38990" t="-11597" r="-16661" b="-7270"/>
              </a:stretch>
            </a:blipFill>
            <a:ln w="28575" cap="rnd">
              <a:solidFill>
                <a:srgbClr val="C55D47"/>
              </a:solidFill>
              <a:prstDash val="solid"/>
              <a:round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7265276" y="1200150"/>
            <a:ext cx="8564018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9000" spc="-89">
                <a:solidFill>
                  <a:srgbClr val="C55D47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Technologies Used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8499" y="4064861"/>
            <a:ext cx="5806328" cy="3347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•HTML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•CSS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•JavaScript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•Local Storage (for cart data)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•GitHub Pages (Hosting)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090360" y="8277259"/>
            <a:ext cx="988934" cy="1230574"/>
          </a:xfrm>
          <a:custGeom>
            <a:avLst/>
            <a:gdLst/>
            <a:ahLst/>
            <a:cxnLst/>
            <a:rect r="r" b="b" t="t" l="l"/>
            <a:pathLst>
              <a:path h="1230574" w="988934">
                <a:moveTo>
                  <a:pt x="0" y="0"/>
                </a:moveTo>
                <a:lnTo>
                  <a:pt x="988934" y="0"/>
                </a:lnTo>
                <a:lnTo>
                  <a:pt x="988934" y="1230573"/>
                </a:lnTo>
                <a:lnTo>
                  <a:pt x="0" y="1230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840360" y="893227"/>
            <a:ext cx="988934" cy="1230574"/>
          </a:xfrm>
          <a:custGeom>
            <a:avLst/>
            <a:gdLst/>
            <a:ahLst/>
            <a:cxnLst/>
            <a:rect r="r" b="b" t="t" l="l"/>
            <a:pathLst>
              <a:path h="1230574" w="988934">
                <a:moveTo>
                  <a:pt x="0" y="0"/>
                </a:moveTo>
                <a:lnTo>
                  <a:pt x="988934" y="0"/>
                </a:lnTo>
                <a:lnTo>
                  <a:pt x="988934" y="1230574"/>
                </a:lnTo>
                <a:lnTo>
                  <a:pt x="0" y="1230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C5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650442" y="8097530"/>
            <a:ext cx="4159452" cy="3622505"/>
          </a:xfrm>
          <a:custGeom>
            <a:avLst/>
            <a:gdLst/>
            <a:ahLst/>
            <a:cxnLst/>
            <a:rect r="r" b="b" t="t" l="l"/>
            <a:pathLst>
              <a:path h="3622505" w="4159452">
                <a:moveTo>
                  <a:pt x="0" y="3622505"/>
                </a:moveTo>
                <a:lnTo>
                  <a:pt x="4159452" y="3622505"/>
                </a:lnTo>
                <a:lnTo>
                  <a:pt x="4159452" y="0"/>
                </a:lnTo>
                <a:lnTo>
                  <a:pt x="0" y="0"/>
                </a:lnTo>
                <a:lnTo>
                  <a:pt x="0" y="36225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49243" y="-1594933"/>
            <a:ext cx="5713939" cy="4976321"/>
          </a:xfrm>
          <a:custGeom>
            <a:avLst/>
            <a:gdLst/>
            <a:ahLst/>
            <a:cxnLst/>
            <a:rect r="r" b="b" t="t" l="l"/>
            <a:pathLst>
              <a:path h="4976321" w="5713939">
                <a:moveTo>
                  <a:pt x="0" y="0"/>
                </a:moveTo>
                <a:lnTo>
                  <a:pt x="5713938" y="0"/>
                </a:lnTo>
                <a:lnTo>
                  <a:pt x="5713938" y="4976321"/>
                </a:lnTo>
                <a:lnTo>
                  <a:pt x="0" y="4976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0983" y="3687025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0"/>
                </a:moveTo>
                <a:lnTo>
                  <a:pt x="699142" y="0"/>
                </a:lnTo>
                <a:lnTo>
                  <a:pt x="699142" y="869972"/>
                </a:lnTo>
                <a:lnTo>
                  <a:pt x="0" y="869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2929" y="4862634"/>
            <a:ext cx="47625" cy="6469792"/>
            <a:chOff x="0" y="0"/>
            <a:chExt cx="12543" cy="1703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561246" y="0"/>
            <a:ext cx="47625" cy="6469792"/>
            <a:chOff x="0" y="0"/>
            <a:chExt cx="12543" cy="1703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0">
            <a:off x="17259300" y="6628754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869973"/>
                </a:moveTo>
                <a:lnTo>
                  <a:pt x="699142" y="869973"/>
                </a:lnTo>
                <a:lnTo>
                  <a:pt x="699142" y="0"/>
                </a:lnTo>
                <a:lnTo>
                  <a:pt x="0" y="0"/>
                </a:lnTo>
                <a:lnTo>
                  <a:pt x="0" y="86997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855865" y="1531232"/>
            <a:ext cx="657627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9000" spc="-89">
                <a:solidFill>
                  <a:srgbClr val="C55D47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Key Features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40176" y="3686287"/>
            <a:ext cx="12250981" cy="291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92" indent="-345446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•Product listing</a:t>
            </a:r>
          </a:p>
          <a:p>
            <a:pPr algn="just" marL="690892" indent="-345446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•Product details page</a:t>
            </a:r>
          </a:p>
          <a:p>
            <a:pPr algn="just" marL="690892" indent="-345446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•Simple shopping experience</a:t>
            </a:r>
          </a:p>
          <a:p>
            <a:pPr algn="just" marL="690892" indent="-345446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•Responsive design</a:t>
            </a:r>
          </a:p>
          <a:p>
            <a:pPr algn="just" marL="690892" indent="-345446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•Local storage cart system</a:t>
            </a:r>
          </a:p>
          <a:p>
            <a:pPr algn="just">
              <a:lnSpc>
                <a:spcPts val="3840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29707" y="8484456"/>
            <a:ext cx="988934" cy="1230574"/>
          </a:xfrm>
          <a:custGeom>
            <a:avLst/>
            <a:gdLst/>
            <a:ahLst/>
            <a:cxnLst/>
            <a:rect r="r" b="b" t="t" l="l"/>
            <a:pathLst>
              <a:path h="1230574" w="988934">
                <a:moveTo>
                  <a:pt x="0" y="0"/>
                </a:moveTo>
                <a:lnTo>
                  <a:pt x="988933" y="0"/>
                </a:lnTo>
                <a:lnTo>
                  <a:pt x="988933" y="1230574"/>
                </a:lnTo>
                <a:lnTo>
                  <a:pt x="0" y="1230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502224" y="744495"/>
            <a:ext cx="988934" cy="1230574"/>
          </a:xfrm>
          <a:custGeom>
            <a:avLst/>
            <a:gdLst/>
            <a:ahLst/>
            <a:cxnLst/>
            <a:rect r="r" b="b" t="t" l="l"/>
            <a:pathLst>
              <a:path h="1230574" w="988934">
                <a:moveTo>
                  <a:pt x="0" y="0"/>
                </a:moveTo>
                <a:lnTo>
                  <a:pt x="988933" y="0"/>
                </a:lnTo>
                <a:lnTo>
                  <a:pt x="988933" y="1230573"/>
                </a:lnTo>
                <a:lnTo>
                  <a:pt x="0" y="1230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C5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650442" y="8097530"/>
            <a:ext cx="4159452" cy="3622505"/>
          </a:xfrm>
          <a:custGeom>
            <a:avLst/>
            <a:gdLst/>
            <a:ahLst/>
            <a:cxnLst/>
            <a:rect r="r" b="b" t="t" l="l"/>
            <a:pathLst>
              <a:path h="3622505" w="4159452">
                <a:moveTo>
                  <a:pt x="0" y="3622505"/>
                </a:moveTo>
                <a:lnTo>
                  <a:pt x="4159452" y="3622505"/>
                </a:lnTo>
                <a:lnTo>
                  <a:pt x="4159452" y="0"/>
                </a:lnTo>
                <a:lnTo>
                  <a:pt x="0" y="0"/>
                </a:lnTo>
                <a:lnTo>
                  <a:pt x="0" y="36225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49243" y="-1594933"/>
            <a:ext cx="5713939" cy="4976321"/>
          </a:xfrm>
          <a:custGeom>
            <a:avLst/>
            <a:gdLst/>
            <a:ahLst/>
            <a:cxnLst/>
            <a:rect r="r" b="b" t="t" l="l"/>
            <a:pathLst>
              <a:path h="4976321" w="5713939">
                <a:moveTo>
                  <a:pt x="0" y="0"/>
                </a:moveTo>
                <a:lnTo>
                  <a:pt x="5713938" y="0"/>
                </a:lnTo>
                <a:lnTo>
                  <a:pt x="5713938" y="4976321"/>
                </a:lnTo>
                <a:lnTo>
                  <a:pt x="0" y="4976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0983" y="3687025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0"/>
                </a:moveTo>
                <a:lnTo>
                  <a:pt x="699142" y="0"/>
                </a:lnTo>
                <a:lnTo>
                  <a:pt x="699142" y="869972"/>
                </a:lnTo>
                <a:lnTo>
                  <a:pt x="0" y="869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2929" y="4862634"/>
            <a:ext cx="47625" cy="6469792"/>
            <a:chOff x="0" y="0"/>
            <a:chExt cx="12543" cy="1703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561246" y="0"/>
            <a:ext cx="47625" cy="6469792"/>
            <a:chOff x="0" y="0"/>
            <a:chExt cx="12543" cy="1703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0">
            <a:off x="17259300" y="6628754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869973"/>
                </a:moveTo>
                <a:lnTo>
                  <a:pt x="699142" y="869973"/>
                </a:lnTo>
                <a:lnTo>
                  <a:pt x="699142" y="0"/>
                </a:lnTo>
                <a:lnTo>
                  <a:pt x="0" y="0"/>
                </a:lnTo>
                <a:lnTo>
                  <a:pt x="0" y="86997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386967" y="2279098"/>
            <a:ext cx="4563592" cy="5936002"/>
            <a:chOff x="0" y="0"/>
            <a:chExt cx="740381" cy="9630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0381" cy="963036"/>
            </a:xfrm>
            <a:custGeom>
              <a:avLst/>
              <a:gdLst/>
              <a:ahLst/>
              <a:cxnLst/>
              <a:rect r="r" b="b" t="t" l="l"/>
              <a:pathLst>
                <a:path h="963036" w="740381">
                  <a:moveTo>
                    <a:pt x="32233" y="0"/>
                  </a:moveTo>
                  <a:lnTo>
                    <a:pt x="708148" y="0"/>
                  </a:lnTo>
                  <a:cubicBezTo>
                    <a:pt x="716697" y="0"/>
                    <a:pt x="724896" y="3396"/>
                    <a:pt x="730940" y="9441"/>
                  </a:cubicBezTo>
                  <a:cubicBezTo>
                    <a:pt x="736985" y="15485"/>
                    <a:pt x="740381" y="23684"/>
                    <a:pt x="740381" y="32233"/>
                  </a:cubicBezTo>
                  <a:lnTo>
                    <a:pt x="740381" y="930803"/>
                  </a:lnTo>
                  <a:cubicBezTo>
                    <a:pt x="740381" y="939352"/>
                    <a:pt x="736985" y="947550"/>
                    <a:pt x="730940" y="953595"/>
                  </a:cubicBezTo>
                  <a:cubicBezTo>
                    <a:pt x="724896" y="959640"/>
                    <a:pt x="716697" y="963036"/>
                    <a:pt x="708148" y="963036"/>
                  </a:cubicBezTo>
                  <a:lnTo>
                    <a:pt x="32233" y="963036"/>
                  </a:lnTo>
                  <a:cubicBezTo>
                    <a:pt x="23684" y="963036"/>
                    <a:pt x="15485" y="959640"/>
                    <a:pt x="9441" y="953595"/>
                  </a:cubicBezTo>
                  <a:cubicBezTo>
                    <a:pt x="3396" y="947550"/>
                    <a:pt x="0" y="939352"/>
                    <a:pt x="0" y="930803"/>
                  </a:cubicBezTo>
                  <a:lnTo>
                    <a:pt x="0" y="32233"/>
                  </a:lnTo>
                  <a:cubicBezTo>
                    <a:pt x="0" y="23684"/>
                    <a:pt x="3396" y="15485"/>
                    <a:pt x="9441" y="9441"/>
                  </a:cubicBezTo>
                  <a:cubicBezTo>
                    <a:pt x="15485" y="3396"/>
                    <a:pt x="23684" y="0"/>
                    <a:pt x="32233" y="0"/>
                  </a:cubicBezTo>
                  <a:close/>
                </a:path>
              </a:pathLst>
            </a:custGeom>
            <a:blipFill>
              <a:blip r:embed="rId6"/>
              <a:stretch>
                <a:fillRect l="-22708" t="-48813" r="-22708" b="0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4064695" y="2243350"/>
            <a:ext cx="563322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spc="-89" b="true">
                <a:solidFill>
                  <a:srgbClr val="C55D47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Challenges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99222" y="3918235"/>
            <a:ext cx="5633225" cy="3910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•Managing data without backend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•Using Local Storage effectively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•Ensuring responsive design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•Organizing product structure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504755" y="8360138"/>
            <a:ext cx="988934" cy="1230574"/>
          </a:xfrm>
          <a:custGeom>
            <a:avLst/>
            <a:gdLst/>
            <a:ahLst/>
            <a:cxnLst/>
            <a:rect r="r" b="b" t="t" l="l"/>
            <a:pathLst>
              <a:path h="1230574" w="988934">
                <a:moveTo>
                  <a:pt x="0" y="0"/>
                </a:moveTo>
                <a:lnTo>
                  <a:pt x="988934" y="0"/>
                </a:lnTo>
                <a:lnTo>
                  <a:pt x="988934" y="1230573"/>
                </a:lnTo>
                <a:lnTo>
                  <a:pt x="0" y="1230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950559" y="618318"/>
            <a:ext cx="988934" cy="1230574"/>
          </a:xfrm>
          <a:custGeom>
            <a:avLst/>
            <a:gdLst/>
            <a:ahLst/>
            <a:cxnLst/>
            <a:rect r="r" b="b" t="t" l="l"/>
            <a:pathLst>
              <a:path h="1230574" w="988934">
                <a:moveTo>
                  <a:pt x="0" y="0"/>
                </a:moveTo>
                <a:lnTo>
                  <a:pt x="988934" y="0"/>
                </a:lnTo>
                <a:lnTo>
                  <a:pt x="988934" y="1230574"/>
                </a:lnTo>
                <a:lnTo>
                  <a:pt x="0" y="1230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C5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26574" y="1360723"/>
            <a:ext cx="4228768" cy="4136580"/>
            <a:chOff x="0" y="0"/>
            <a:chExt cx="642898" cy="628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2898" cy="628882"/>
            </a:xfrm>
            <a:custGeom>
              <a:avLst/>
              <a:gdLst/>
              <a:ahLst/>
              <a:cxnLst/>
              <a:rect r="r" b="b" t="t" l="l"/>
              <a:pathLst>
                <a:path h="628882" w="642898">
                  <a:moveTo>
                    <a:pt x="34785" y="0"/>
                  </a:moveTo>
                  <a:lnTo>
                    <a:pt x="608113" y="0"/>
                  </a:lnTo>
                  <a:cubicBezTo>
                    <a:pt x="617338" y="0"/>
                    <a:pt x="626186" y="3665"/>
                    <a:pt x="632709" y="10188"/>
                  </a:cubicBezTo>
                  <a:cubicBezTo>
                    <a:pt x="639233" y="16712"/>
                    <a:pt x="642898" y="25559"/>
                    <a:pt x="642898" y="34785"/>
                  </a:cubicBezTo>
                  <a:lnTo>
                    <a:pt x="642898" y="594098"/>
                  </a:lnTo>
                  <a:cubicBezTo>
                    <a:pt x="642898" y="603323"/>
                    <a:pt x="639233" y="612171"/>
                    <a:pt x="632709" y="618694"/>
                  </a:cubicBezTo>
                  <a:cubicBezTo>
                    <a:pt x="626186" y="625218"/>
                    <a:pt x="617338" y="628882"/>
                    <a:pt x="608113" y="628882"/>
                  </a:cubicBezTo>
                  <a:lnTo>
                    <a:pt x="34785" y="628882"/>
                  </a:lnTo>
                  <a:cubicBezTo>
                    <a:pt x="15574" y="628882"/>
                    <a:pt x="0" y="613309"/>
                    <a:pt x="0" y="594098"/>
                  </a:cubicBezTo>
                  <a:lnTo>
                    <a:pt x="0" y="34785"/>
                  </a:lnTo>
                  <a:cubicBezTo>
                    <a:pt x="0" y="25559"/>
                    <a:pt x="3665" y="16712"/>
                    <a:pt x="10188" y="10188"/>
                  </a:cubicBezTo>
                  <a:cubicBezTo>
                    <a:pt x="16712" y="3665"/>
                    <a:pt x="25559" y="0"/>
                    <a:pt x="34785" y="0"/>
                  </a:cubicBezTo>
                  <a:close/>
                </a:path>
              </a:pathLst>
            </a:custGeom>
            <a:blipFill>
              <a:blip r:embed="rId2"/>
              <a:stretch>
                <a:fillRect l="-19067" t="0" r="-27754" b="0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857466" y="4033887"/>
            <a:ext cx="3621283" cy="3464839"/>
            <a:chOff x="0" y="0"/>
            <a:chExt cx="657278" cy="6288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7278" cy="628882"/>
            </a:xfrm>
            <a:custGeom>
              <a:avLst/>
              <a:gdLst/>
              <a:ahLst/>
              <a:cxnLst/>
              <a:rect r="r" b="b" t="t" l="l"/>
              <a:pathLst>
                <a:path h="628882" w="657278">
                  <a:moveTo>
                    <a:pt x="40620" y="0"/>
                  </a:moveTo>
                  <a:lnTo>
                    <a:pt x="616658" y="0"/>
                  </a:lnTo>
                  <a:cubicBezTo>
                    <a:pt x="627431" y="0"/>
                    <a:pt x="637763" y="4280"/>
                    <a:pt x="645380" y="11897"/>
                  </a:cubicBezTo>
                  <a:cubicBezTo>
                    <a:pt x="652998" y="19515"/>
                    <a:pt x="657278" y="29847"/>
                    <a:pt x="657278" y="40620"/>
                  </a:cubicBezTo>
                  <a:lnTo>
                    <a:pt x="657278" y="588262"/>
                  </a:lnTo>
                  <a:cubicBezTo>
                    <a:pt x="657278" y="599036"/>
                    <a:pt x="652998" y="609367"/>
                    <a:pt x="645380" y="616985"/>
                  </a:cubicBezTo>
                  <a:cubicBezTo>
                    <a:pt x="637763" y="624603"/>
                    <a:pt x="627431" y="628882"/>
                    <a:pt x="616658" y="628882"/>
                  </a:cubicBezTo>
                  <a:lnTo>
                    <a:pt x="40620" y="628882"/>
                  </a:lnTo>
                  <a:cubicBezTo>
                    <a:pt x="18186" y="628882"/>
                    <a:pt x="0" y="610696"/>
                    <a:pt x="0" y="588262"/>
                  </a:cubicBezTo>
                  <a:lnTo>
                    <a:pt x="0" y="40620"/>
                  </a:lnTo>
                  <a:cubicBezTo>
                    <a:pt x="0" y="29847"/>
                    <a:pt x="4280" y="19515"/>
                    <a:pt x="11897" y="11897"/>
                  </a:cubicBezTo>
                  <a:cubicBezTo>
                    <a:pt x="19515" y="4280"/>
                    <a:pt x="29847" y="0"/>
                    <a:pt x="40620" y="0"/>
                  </a:cubicBezTo>
                  <a:close/>
                </a:path>
              </a:pathLst>
            </a:custGeom>
            <a:blipFill>
              <a:blip r:embed="rId3"/>
              <a:stretch>
                <a:fillRect l="-26415" t="0" r="-17194" b="0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626574" y="5840097"/>
            <a:ext cx="2905960" cy="3229055"/>
            <a:chOff x="0" y="0"/>
            <a:chExt cx="527444" cy="5860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7444" cy="586087"/>
            </a:xfrm>
            <a:custGeom>
              <a:avLst/>
              <a:gdLst/>
              <a:ahLst/>
              <a:cxnLst/>
              <a:rect r="r" b="b" t="t" l="l"/>
              <a:pathLst>
                <a:path h="586087" w="527444">
                  <a:moveTo>
                    <a:pt x="50619" y="0"/>
                  </a:moveTo>
                  <a:lnTo>
                    <a:pt x="476825" y="0"/>
                  </a:lnTo>
                  <a:cubicBezTo>
                    <a:pt x="490250" y="0"/>
                    <a:pt x="503125" y="5333"/>
                    <a:pt x="512618" y="14826"/>
                  </a:cubicBezTo>
                  <a:cubicBezTo>
                    <a:pt x="522110" y="24319"/>
                    <a:pt x="527444" y="37194"/>
                    <a:pt x="527444" y="50619"/>
                  </a:cubicBezTo>
                  <a:lnTo>
                    <a:pt x="527444" y="535468"/>
                  </a:lnTo>
                  <a:cubicBezTo>
                    <a:pt x="527444" y="563424"/>
                    <a:pt x="504781" y="586087"/>
                    <a:pt x="476825" y="586087"/>
                  </a:cubicBezTo>
                  <a:lnTo>
                    <a:pt x="50619" y="586087"/>
                  </a:lnTo>
                  <a:cubicBezTo>
                    <a:pt x="22663" y="586087"/>
                    <a:pt x="0" y="563424"/>
                    <a:pt x="0" y="535468"/>
                  </a:cubicBezTo>
                  <a:lnTo>
                    <a:pt x="0" y="50619"/>
                  </a:lnTo>
                  <a:cubicBezTo>
                    <a:pt x="0" y="37194"/>
                    <a:pt x="5333" y="24319"/>
                    <a:pt x="14826" y="14826"/>
                  </a:cubicBezTo>
                  <a:cubicBezTo>
                    <a:pt x="24319" y="5333"/>
                    <a:pt x="37194" y="0"/>
                    <a:pt x="50619" y="0"/>
                  </a:cubicBezTo>
                  <a:close/>
                </a:path>
              </a:pathLst>
            </a:custGeom>
            <a:blipFill>
              <a:blip r:embed="rId4"/>
              <a:stretch>
                <a:fillRect l="-2044" t="-37465" r="-3946" b="-5702"/>
              </a:stretch>
            </a:blipFill>
            <a:ln w="19050" cap="sq">
              <a:solidFill>
                <a:srgbClr val="C55D47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true" rot="0">
            <a:off x="15650442" y="8097530"/>
            <a:ext cx="4159452" cy="3622505"/>
          </a:xfrm>
          <a:custGeom>
            <a:avLst/>
            <a:gdLst/>
            <a:ahLst/>
            <a:cxnLst/>
            <a:rect r="r" b="b" t="t" l="l"/>
            <a:pathLst>
              <a:path h="3622505" w="4159452">
                <a:moveTo>
                  <a:pt x="0" y="3622505"/>
                </a:moveTo>
                <a:lnTo>
                  <a:pt x="4159452" y="3622505"/>
                </a:lnTo>
                <a:lnTo>
                  <a:pt x="4159452" y="0"/>
                </a:lnTo>
                <a:lnTo>
                  <a:pt x="0" y="0"/>
                </a:lnTo>
                <a:lnTo>
                  <a:pt x="0" y="362250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7217" y="3569437"/>
            <a:ext cx="7445152" cy="1120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US" b="true" sz="8499" spc="-84">
                <a:solidFill>
                  <a:srgbClr val="C55D47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Project Link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649243" y="-1594933"/>
            <a:ext cx="5713939" cy="4976321"/>
          </a:xfrm>
          <a:custGeom>
            <a:avLst/>
            <a:gdLst/>
            <a:ahLst/>
            <a:cxnLst/>
            <a:rect r="r" b="b" t="t" l="l"/>
            <a:pathLst>
              <a:path h="4976321" w="5713939">
                <a:moveTo>
                  <a:pt x="0" y="0"/>
                </a:moveTo>
                <a:lnTo>
                  <a:pt x="5713938" y="0"/>
                </a:lnTo>
                <a:lnTo>
                  <a:pt x="5713938" y="4976321"/>
                </a:lnTo>
                <a:lnTo>
                  <a:pt x="0" y="49763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630148" y="1099287"/>
            <a:ext cx="1191164" cy="1482218"/>
          </a:xfrm>
          <a:custGeom>
            <a:avLst/>
            <a:gdLst/>
            <a:ahLst/>
            <a:cxnLst/>
            <a:rect r="r" b="b" t="t" l="l"/>
            <a:pathLst>
              <a:path h="1482218" w="1191164">
                <a:moveTo>
                  <a:pt x="0" y="0"/>
                </a:moveTo>
                <a:lnTo>
                  <a:pt x="1191164" y="0"/>
                </a:lnTo>
                <a:lnTo>
                  <a:pt x="1191164" y="1482218"/>
                </a:lnTo>
                <a:lnTo>
                  <a:pt x="0" y="14822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92369" y="8158731"/>
            <a:ext cx="934205" cy="1162473"/>
          </a:xfrm>
          <a:custGeom>
            <a:avLst/>
            <a:gdLst/>
            <a:ahLst/>
            <a:cxnLst/>
            <a:rect r="r" b="b" t="t" l="l"/>
            <a:pathLst>
              <a:path h="1162473" w="934205">
                <a:moveTo>
                  <a:pt x="0" y="0"/>
                </a:moveTo>
                <a:lnTo>
                  <a:pt x="934205" y="0"/>
                </a:lnTo>
                <a:lnTo>
                  <a:pt x="934205" y="1162472"/>
                </a:lnTo>
                <a:lnTo>
                  <a:pt x="0" y="11624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00983" y="3687025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0"/>
                </a:moveTo>
                <a:lnTo>
                  <a:pt x="699142" y="0"/>
                </a:lnTo>
                <a:lnTo>
                  <a:pt x="699142" y="869972"/>
                </a:lnTo>
                <a:lnTo>
                  <a:pt x="0" y="8699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02929" y="4862634"/>
            <a:ext cx="47625" cy="6469792"/>
            <a:chOff x="0" y="0"/>
            <a:chExt cx="12543" cy="1703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86200" y="5613907"/>
            <a:ext cx="7806169" cy="63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sz="3200" b="true">
                <a:solidFill>
                  <a:srgbClr val="A1422D"/>
                </a:solidFill>
                <a:latin typeface="Thasadith Bold"/>
                <a:ea typeface="Thasadith Bold"/>
                <a:cs typeface="Thasadith Bold"/>
                <a:sym typeface="Thasadith Bold"/>
              </a:rPr>
              <a:t>https://nour-abdalrhman.github.io/Glow-Up/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561246" y="0"/>
            <a:ext cx="47625" cy="6469792"/>
            <a:chOff x="0" y="0"/>
            <a:chExt cx="12543" cy="17039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43" cy="1703978"/>
            </a:xfrm>
            <a:custGeom>
              <a:avLst/>
              <a:gdLst/>
              <a:ahLst/>
              <a:cxnLst/>
              <a:rect r="r" b="b" t="t" l="l"/>
              <a:pathLst>
                <a:path h="1703978" w="12543">
                  <a:moveTo>
                    <a:pt x="0" y="0"/>
                  </a:moveTo>
                  <a:lnTo>
                    <a:pt x="12543" y="0"/>
                  </a:lnTo>
                  <a:lnTo>
                    <a:pt x="12543" y="1703978"/>
                  </a:lnTo>
                  <a:lnTo>
                    <a:pt x="0" y="1703978"/>
                  </a:lnTo>
                  <a:close/>
                </a:path>
              </a:pathLst>
            </a:custGeom>
            <a:solidFill>
              <a:srgbClr val="DA7A6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543" cy="1742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true" rot="0">
            <a:off x="17259300" y="6628754"/>
            <a:ext cx="699142" cy="869973"/>
          </a:xfrm>
          <a:custGeom>
            <a:avLst/>
            <a:gdLst/>
            <a:ahLst/>
            <a:cxnLst/>
            <a:rect r="r" b="b" t="t" l="l"/>
            <a:pathLst>
              <a:path h="869973" w="699142">
                <a:moveTo>
                  <a:pt x="0" y="869973"/>
                </a:moveTo>
                <a:lnTo>
                  <a:pt x="699142" y="869973"/>
                </a:lnTo>
                <a:lnTo>
                  <a:pt x="699142" y="0"/>
                </a:lnTo>
                <a:lnTo>
                  <a:pt x="0" y="0"/>
                </a:lnTo>
                <a:lnTo>
                  <a:pt x="0" y="86997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DAHFjR0GmZE</dc:identifier>
  <dcterms:modified xsi:type="dcterms:W3CDTF">2011-08-01T06:04:30Z</dcterms:modified>
  <cp:revision>1</cp:revision>
  <dc:title>Pink Aesthetic Minimalist Beauty Product Presentation</dc:title>
</cp:coreProperties>
</file>